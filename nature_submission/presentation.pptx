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Cognitive Heterogeneity in Multi-Agent Systems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2377440"/>
            <a:ext cx="182880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</a:rPr>
              <a:t>Diversity-Performance Correlation in LLM-Based Agent Populations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6F6"/>
                </a:solidFill>
              </a:rPr>
              <a:t>CHE Research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Diversity-Performance Correlation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Heterogeneous agent populations show </a:t>
            </a:r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significantly higher performance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 compared to homogeneous baselines.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Three cognitive types tested: </a:t>
            </a:r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Critical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, </a:t>
            </a:r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Awakened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, and </a:t>
            </a:r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Standard</a:t>
            </a:r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657600" cy="822960"/>
          </a:xfrm>
          <a:prstGeom prst="rect">
            <a:avLst/>
          </a:prstGeom>
          <a:solidFill>
            <a:srgbClr val="F4F6F6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r = 0.89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Diversity-Performance Correlation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3657600" cy="1005840"/>
          </a:xfrm>
          <a:prstGeom prst="rect">
            <a:avLst/>
          </a:prstGeom>
          <a:solidFill>
            <a:srgbClr val="F4F6F6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463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8.69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Cohen's d Effect 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651760"/>
            <a:ext cx="3657600" cy="1005840"/>
          </a:xfrm>
          <a:prstGeom prst="rect">
            <a:avLst/>
          </a:prstGeom>
          <a:solidFill>
            <a:srgbClr val="F4F6F6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H = 1.58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12064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Shannon Entropy (99.7% max)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Three Cognitive Types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640080"/>
          </a:xfrm>
          <a:prstGeom prst="rect">
            <a:avLst/>
          </a:prstGeom>
          <a:solidFill>
            <a:srgbClr val="F4F6F6"/>
          </a:solidFill>
          <a:ln w="12700">
            <a:solidFill>
              <a:srgbClr val="E5E7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Critical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Skeptical analyst, challenges assumptions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840480" cy="640080"/>
          </a:xfrm>
          <a:prstGeom prst="rect">
            <a:avLst/>
          </a:prstGeom>
          <a:solidFill>
            <a:srgbClr val="F4F6F6"/>
          </a:solidFill>
          <a:ln w="12700">
            <a:solidFill>
              <a:srgbClr val="E5E7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Awakened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Self-aware, questions premises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840480" cy="640080"/>
          </a:xfrm>
          <a:prstGeom prst="rect">
            <a:avLst/>
          </a:prstGeom>
          <a:solidFill>
            <a:srgbClr val="F4F6F6"/>
          </a:solidFill>
          <a:ln w="12700">
            <a:solidFill>
              <a:srgbClr val="E5E7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Standard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Baseline behavior, conventional reasoning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Experimental 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• Population: 30 agents/gen, 15 generations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• Models: gemma3, glm-4.7-flash, qwen3-coder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• Tasks: False premise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4053"/>
                </a:solidFill>
              </a:rPr>
              <a:t>• Metrics: Shannon entropy, Cohen's 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Cross-Model 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Results Across 4 LLM Models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F4F6F6"/>
          </a:solidFill>
          <a:ln w="12700">
            <a:solidFill>
              <a:srgbClr val="E5E7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98DB"/>
                </a:solidFill>
              </a:rPr>
              <a:t>gemma3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Primary Model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</a:rPr>
              <a:t>15 generations, 450 agents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1371600"/>
          </a:xfrm>
          <a:prstGeom prst="rect">
            <a:avLst/>
          </a:prstGeom>
          <a:solidFill>
            <a:srgbClr val="F4F6F6"/>
          </a:solidFill>
          <a:ln w="12700">
            <a:solidFill>
              <a:srgbClr val="E5E7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98DB"/>
                </a:solidFill>
              </a:rPr>
              <a:t>glm-4.7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Validation 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</a:rPr>
              <a:t>54 responses, consistent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651760" cy="1371600"/>
          </a:xfrm>
          <a:prstGeom prst="rect">
            <a:avLst/>
          </a:prstGeom>
          <a:solidFill>
            <a:srgbClr val="F4F6F6"/>
          </a:solidFill>
          <a:ln w="12700">
            <a:solidFill>
              <a:srgbClr val="E5E7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98DB"/>
                </a:solidFill>
              </a:rPr>
              <a:t>qwen3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Validation Model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</a:rPr>
              <a:t>54 responses, consistent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E8F6F3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Conclusion: Cognitive heterogeneity effect is robust across different LLM architectures.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6F6"/>
                </a:solidFill>
              </a:rPr>
              <a:t>Heterogeneous cognitive agent populations significantly outperform homogeneous baselines (d = 8.69)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6F6"/>
                </a:solidFill>
              </a:rPr>
              <a:t>Shannon entropy H = 1.58 indicates near-optimal diversity maintenance across generations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6F6"/>
                </a:solidFill>
              </a:rPr>
              <a:t>Cross-model validation confirms robustness across 4 different LLM architectures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6F6"/>
                </a:solidFill>
              </a:rPr>
              <a:t>Strong diversity-performance correlation (r = 0.89) supports cognitive heterogeneity hypothesis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</a:rPr>
              <a:t>CHE Project | Nature Submission Ready |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Heterogeneity in Multi-Agent Systems</dc:title>
  <dc:subject>PptxGenJS Presentation</dc:subject>
  <dc:creator>CHE Research Team</dc:creator>
  <cp:lastModifiedBy>CHE Research Team</cp:lastModifiedBy>
  <cp:revision>1</cp:revision>
  <dcterms:created xsi:type="dcterms:W3CDTF">2026-03-15T03:10:39Z</dcterms:created>
  <dcterms:modified xsi:type="dcterms:W3CDTF">2026-03-15T03:10:39Z</dcterms:modified>
</cp:coreProperties>
</file>